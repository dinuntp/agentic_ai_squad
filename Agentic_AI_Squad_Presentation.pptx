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44" r:id="rId2"/>
    <p:sldId id="266" r:id="rId3"/>
    <p:sldId id="257" r:id="rId4"/>
    <p:sldId id="258" r:id="rId5"/>
    <p:sldId id="265" r:id="rId6"/>
    <p:sldId id="260" r:id="rId7"/>
    <p:sldId id="261" r:id="rId8"/>
    <p:sldId id="273" r:id="rId9"/>
    <p:sldId id="34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419AC-4BBC-4032-B0CE-149915B71E8F}" v="10" dt="2026-05-08T23:19:46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shamgari, Vinay Kumar" userId="112b6494-b6f0-4c54-9f0a-49c351e30993" providerId="ADAL" clId="{0A1E1402-415C-4BF4-BD6E-B70EE7E0EF15}"/>
    <pc:docChg chg="undo custSel addSld delSld modSld sldOrd">
      <pc:chgData name="Namshamgari, Vinay Kumar" userId="112b6494-b6f0-4c54-9f0a-49c351e30993" providerId="ADAL" clId="{0A1E1402-415C-4BF4-BD6E-B70EE7E0EF15}" dt="2026-05-08T23:27:47.020" v="215" actId="26606"/>
      <pc:docMkLst>
        <pc:docMk/>
      </pc:docMkLst>
      <pc:sldChg chg="delSp modSp add del mod ord setBg">
        <pc:chgData name="Namshamgari, Vinay Kumar" userId="112b6494-b6f0-4c54-9f0a-49c351e30993" providerId="ADAL" clId="{0A1E1402-415C-4BF4-BD6E-B70EE7E0EF15}" dt="2026-05-08T23:04:38.261" v="159" actId="47"/>
        <pc:sldMkLst>
          <pc:docMk/>
          <pc:sldMk cId="0" sldId="256"/>
        </pc:sldMkLst>
        <pc:spChg chg="del">
          <ac:chgData name="Namshamgari, Vinay Kumar" userId="112b6494-b6f0-4c54-9f0a-49c351e30993" providerId="ADAL" clId="{0A1E1402-415C-4BF4-BD6E-B70EE7E0EF15}" dt="2026-05-08T22:34:43.693" v="24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4:49.598" v="55" actId="10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4:57.652" v="91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13.845" v="129" actId="10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13.845" v="129" actId="10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13.845" v="129" actId="10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13.845" v="129" actId="10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27.846" v="154" actId="10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27.846" v="154" actId="10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27.846" v="154" actId="103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27.846" v="154" actId="10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27.846" v="154" actId="103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35:27.846" v="154" actId="1036"/>
          <ac:spMkLst>
            <pc:docMk/>
            <pc:sldMk cId="0" sldId="256"/>
            <ac:spMk id="15" creationId="{00000000-0000-0000-0000-000000000000}"/>
          </ac:spMkLst>
        </pc:spChg>
      </pc:sldChg>
      <pc:sldChg chg="modSp del mod">
        <pc:chgData name="Namshamgari, Vinay Kumar" userId="112b6494-b6f0-4c54-9f0a-49c351e30993" providerId="ADAL" clId="{0A1E1402-415C-4BF4-BD6E-B70EE7E0EF15}" dt="2026-05-08T22:57:15.912" v="157" actId="47"/>
        <pc:sldMkLst>
          <pc:docMk/>
          <pc:sldMk cId="0" sldId="259"/>
        </pc:sldMkLst>
        <pc:spChg chg="mod">
          <ac:chgData name="Namshamgari, Vinay Kumar" userId="112b6494-b6f0-4c54-9f0a-49c351e30993" providerId="ADAL" clId="{0A1E1402-415C-4BF4-BD6E-B70EE7E0EF15}" dt="2026-05-08T22:13:54.375" v="14" actId="1036"/>
          <ac:spMkLst>
            <pc:docMk/>
            <pc:sldMk cId="0" sldId="259"/>
            <ac:spMk id="29" creationId="{00000000-0000-0000-0000-000000000000}"/>
          </ac:spMkLst>
        </pc:spChg>
      </pc:sldChg>
      <pc:sldChg chg="delSp modSp mod setBg">
        <pc:chgData name="Namshamgari, Vinay Kumar" userId="112b6494-b6f0-4c54-9f0a-49c351e30993" providerId="ADAL" clId="{0A1E1402-415C-4BF4-BD6E-B70EE7E0EF15}" dt="2026-05-08T22:47:12.488" v="155" actId="26606"/>
        <pc:sldMkLst>
          <pc:docMk/>
          <pc:sldMk cId="0" sldId="261"/>
        </pc:sldMkLst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7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29" creationId="{00000000-0000-0000-0000-000000000000}"/>
          </ac:spMkLst>
        </pc:spChg>
        <pc:spChg chg="del">
          <ac:chgData name="Namshamgari, Vinay Kumar" userId="112b6494-b6f0-4c54-9f0a-49c351e30993" providerId="ADAL" clId="{0A1E1402-415C-4BF4-BD6E-B70EE7E0EF15}" dt="2026-05-08T22:47:12.488" v="155" actId="26606"/>
          <ac:spMkLst>
            <pc:docMk/>
            <pc:sldMk cId="0" sldId="261"/>
            <ac:spMk id="31" creationId="{00000000-0000-0000-0000-000000000000}"/>
          </ac:spMkLst>
        </pc:spChg>
      </pc:sldChg>
      <pc:sldChg chg="del">
        <pc:chgData name="Namshamgari, Vinay Kumar" userId="112b6494-b6f0-4c54-9f0a-49c351e30993" providerId="ADAL" clId="{0A1E1402-415C-4BF4-BD6E-B70EE7E0EF15}" dt="2026-05-08T23:19:52.710" v="203" actId="47"/>
        <pc:sldMkLst>
          <pc:docMk/>
          <pc:sldMk cId="0" sldId="262"/>
        </pc:sldMkLst>
      </pc:sldChg>
      <pc:sldChg chg="del">
        <pc:chgData name="Namshamgari, Vinay Kumar" userId="112b6494-b6f0-4c54-9f0a-49c351e30993" providerId="ADAL" clId="{0A1E1402-415C-4BF4-BD6E-B70EE7E0EF15}" dt="2026-05-08T23:18:48.445" v="201" actId="47"/>
        <pc:sldMkLst>
          <pc:docMk/>
          <pc:sldMk cId="0" sldId="263"/>
        </pc:sldMkLst>
      </pc:sldChg>
      <pc:sldChg chg="addSp modSp mod setBg">
        <pc:chgData name="Namshamgari, Vinay Kumar" userId="112b6494-b6f0-4c54-9f0a-49c351e30993" providerId="ADAL" clId="{0A1E1402-415C-4BF4-BD6E-B70EE7E0EF15}" dt="2026-05-08T23:08:29.522" v="160" actId="26606"/>
        <pc:sldMkLst>
          <pc:docMk/>
          <pc:sldMk cId="0" sldId="264"/>
        </pc:sldMkLst>
        <pc:spChg chg="mo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7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9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17" creationId="{00000000-0000-0000-0000-000000000000}"/>
          </ac:spMkLst>
        </pc:spChg>
        <pc:spChg chg="ad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18" creationId="{00000000-0000-0000-0000-000000000000}"/>
          </ac:spMkLst>
        </pc:spChg>
        <pc:spChg chg="ad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21" creationId="{00000000-0000-0000-0000-000000000000}"/>
          </ac:spMkLst>
        </pc:spChg>
        <pc:spChg chg="add">
          <ac:chgData name="Namshamgari, Vinay Kumar" userId="112b6494-b6f0-4c54-9f0a-49c351e30993" providerId="ADAL" clId="{0A1E1402-415C-4BF4-BD6E-B70EE7E0EF15}" dt="2026-05-08T23:08:29.522" v="160" actId="26606"/>
          <ac:spMkLst>
            <pc:docMk/>
            <pc:sldMk cId="0" sldId="264"/>
            <ac:spMk id="22" creationId="{00000000-0000-0000-0000-000000000000}"/>
          </ac:spMkLst>
        </pc:spChg>
      </pc:sldChg>
      <pc:sldChg chg="add del ord setBg">
        <pc:chgData name="Namshamgari, Vinay Kumar" userId="112b6494-b6f0-4c54-9f0a-49c351e30993" providerId="ADAL" clId="{0A1E1402-415C-4BF4-BD6E-B70EE7E0EF15}" dt="2026-05-08T22:53:47.215" v="156" actId="26606"/>
        <pc:sldMkLst>
          <pc:docMk/>
          <pc:sldMk cId="0" sldId="265"/>
        </pc:sldMkLst>
      </pc:sldChg>
      <pc:sldChg chg="add">
        <pc:chgData name="Namshamgari, Vinay Kumar" userId="112b6494-b6f0-4c54-9f0a-49c351e30993" providerId="ADAL" clId="{0A1E1402-415C-4BF4-BD6E-B70EE7E0EF15}" dt="2026-05-08T23:03:13.194" v="158" actId="26606"/>
        <pc:sldMkLst>
          <pc:docMk/>
          <pc:sldMk cId="0" sldId="266"/>
        </pc:sldMkLst>
      </pc:sldChg>
      <pc:sldChg chg="modSp add mod">
        <pc:chgData name="Namshamgari, Vinay Kumar" userId="112b6494-b6f0-4c54-9f0a-49c351e30993" providerId="ADAL" clId="{0A1E1402-415C-4BF4-BD6E-B70EE7E0EF15}" dt="2026-05-08T23:20:02.314" v="213" actId="1035"/>
        <pc:sldMkLst>
          <pc:docMk/>
          <pc:sldMk cId="0" sldId="273"/>
        </pc:sldMkLst>
        <pc:spChg chg="mod">
          <ac:chgData name="Namshamgari, Vinay Kumar" userId="112b6494-b6f0-4c54-9f0a-49c351e30993" providerId="ADAL" clId="{0A1E1402-415C-4BF4-BD6E-B70EE7E0EF15}" dt="2026-05-08T23:20:02.314" v="213" actId="1035"/>
          <ac:spMkLst>
            <pc:docMk/>
            <pc:sldMk cId="0" sldId="273"/>
            <ac:spMk id="2" creationId="{00000000-0000-0000-0000-000000000000}"/>
          </ac:spMkLst>
        </pc:spChg>
      </pc:sldChg>
      <pc:sldChg chg="modSp add mod ord setBg">
        <pc:chgData name="Namshamgari, Vinay Kumar" userId="112b6494-b6f0-4c54-9f0a-49c351e30993" providerId="ADAL" clId="{0A1E1402-415C-4BF4-BD6E-B70EE7E0EF15}" dt="2026-05-08T23:27:47.020" v="215" actId="26606"/>
        <pc:sldMkLst>
          <pc:docMk/>
          <pc:sldMk cId="3592789546" sldId="344"/>
        </pc:sldMkLst>
        <pc:spChg chg="mod">
          <ac:chgData name="Namshamgari, Vinay Kumar" userId="112b6494-b6f0-4c54-9f0a-49c351e30993" providerId="ADAL" clId="{0A1E1402-415C-4BF4-BD6E-B70EE7E0EF15}" dt="2026-05-08T23:15:21.414" v="199" actId="20577"/>
          <ac:spMkLst>
            <pc:docMk/>
            <pc:sldMk cId="3592789546" sldId="344"/>
            <ac:spMk id="2" creationId="{4285C572-94D2-BC2C-E51A-F19F9801A627}"/>
          </ac:spMkLst>
        </pc:spChg>
        <pc:spChg chg="mod">
          <ac:chgData name="Namshamgari, Vinay Kumar" userId="112b6494-b6f0-4c54-9f0a-49c351e30993" providerId="ADAL" clId="{0A1E1402-415C-4BF4-BD6E-B70EE7E0EF15}" dt="2026-05-08T23:14:15.023" v="168" actId="255"/>
          <ac:spMkLst>
            <pc:docMk/>
            <pc:sldMk cId="3592789546" sldId="344"/>
            <ac:spMk id="3" creationId="{7762FE0B-9FF0-FEB3-B881-49E725494A67}"/>
          </ac:spMkLst>
        </pc:spChg>
        <pc:spChg chg="mod">
          <ac:chgData name="Namshamgari, Vinay Kumar" userId="112b6494-b6f0-4c54-9f0a-49c351e30993" providerId="ADAL" clId="{0A1E1402-415C-4BF4-BD6E-B70EE7E0EF15}" dt="2026-05-08T23:14:49.090" v="194" actId="313"/>
          <ac:spMkLst>
            <pc:docMk/>
            <pc:sldMk cId="3592789546" sldId="344"/>
            <ac:spMk id="4" creationId="{8EAE1144-8701-033B-3723-E0BEE141A893}"/>
          </ac:spMkLst>
        </pc:spChg>
      </pc:sldChg>
      <pc:sldChg chg="add setBg">
        <pc:chgData name="Namshamgari, Vinay Kumar" userId="112b6494-b6f0-4c54-9f0a-49c351e30993" providerId="ADAL" clId="{0A1E1402-415C-4BF4-BD6E-B70EE7E0EF15}" dt="2026-05-08T23:18:29.577" v="200"/>
        <pc:sldMkLst>
          <pc:docMk/>
          <pc:sldMk cId="0" sldId="345"/>
        </pc:sldMkLst>
      </pc:sldChg>
      <pc:sldChg chg="add del">
        <pc:chgData name="Namshamgari, Vinay Kumar" userId="112b6494-b6f0-4c54-9f0a-49c351e30993" providerId="ADAL" clId="{0A1E1402-415C-4BF4-BD6E-B70EE7E0EF15}" dt="2026-05-08T23:27:47.020" v="215" actId="26606"/>
        <pc:sldMkLst>
          <pc:docMk/>
          <pc:sldMk cId="0" sldId="3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33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467100" y="0"/>
            <a:ext cx="5391150" cy="51435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1" y="3961684"/>
            <a:ext cx="2326511" cy="183957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685800" rtl="0" eaLnBrk="1" latinLnBrk="0" hangingPunct="1">
              <a:defRPr lang="en-US" sz="105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1" y="4145641"/>
            <a:ext cx="2326511" cy="588284"/>
          </a:xfrm>
        </p:spPr>
        <p:txBody>
          <a:bodyPr/>
          <a:lstStyle>
            <a:lvl1pPr marL="0" indent="0" algn="l" defTabSz="685800" rtl="0" eaLnBrk="1" latinLnBrk="0" hangingPunct="1">
              <a:spcAft>
                <a:spcPts val="0"/>
              </a:spcAft>
              <a:buNone/>
              <a:defRPr lang="en-US" sz="105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685800" rtl="0" eaLnBrk="1" latinLnBrk="0" hangingPunct="1">
              <a:spcAft>
                <a:spcPts val="0"/>
              </a:spcAft>
              <a:defRPr lang="en-US" sz="105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685800" rtl="0" eaLnBrk="1" latinLnBrk="0" hangingPunct="1">
              <a:spcAft>
                <a:spcPts val="0"/>
              </a:spcAft>
              <a:defRPr lang="en-US" sz="105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685800" rtl="0" eaLnBrk="1" latinLnBrk="0" hangingPunct="1">
              <a:spcAft>
                <a:spcPts val="0"/>
              </a:spcAft>
              <a:defRPr lang="en-US" sz="105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685800" rtl="0" eaLnBrk="1" latinLnBrk="0" hangingPunct="1">
              <a:spcAft>
                <a:spcPts val="0"/>
              </a:spcAft>
              <a:defRPr lang="en-US" sz="105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5751" y="1071865"/>
            <a:ext cx="3864219" cy="1691783"/>
          </a:xfrm>
        </p:spPr>
        <p:txBody>
          <a:bodyPr anchor="b"/>
          <a:lstStyle>
            <a:lvl1pPr algn="l">
              <a:lnSpc>
                <a:spcPct val="9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51" y="2903392"/>
            <a:ext cx="3864219" cy="819635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18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450"/>
              </a:spcAft>
              <a:defRPr lang="en-US" sz="18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450"/>
              </a:spcAft>
              <a:defRPr lang="en-US" sz="18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450"/>
              </a:spcAft>
              <a:defRPr lang="en-US" sz="18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450"/>
              </a:spcAft>
              <a:defRPr lang="en-US" sz="18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193431"/>
            <a:ext cx="4572000" cy="19343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9694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2D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85C572-94D2-BC2C-E51A-F19F9801A6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May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62FE0B-9FF0-FEB3-B881-49E72549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750" y="1071865"/>
            <a:ext cx="5528641" cy="1691783"/>
          </a:xfrm>
        </p:spPr>
        <p:txBody>
          <a:bodyPr/>
          <a:lstStyle/>
          <a:p>
            <a:r>
              <a:rPr lang="en-US" sz="4800" dirty="0"/>
              <a:t>Agentic AI Squad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E1144-8701-033B-3723-E0BEE141A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Innovation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359278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  ·  INNOVATION HACKATHON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Virtual Delivery Team — from user story to pull request, autonomously.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54864" cy="1554480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1856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548640" y="1974594"/>
            <a:ext cx="804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 – VDT Platform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multi-agent AI orchestration system that operates as a Virtual Delivery Team, automating the complete software development lifecycle (SDLC). By chaining specialized AI agents that represent real engineering roles, the platform executes a business requirement from story to pull request with minimal human intervention.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0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Multi-Agent · Developer Productivity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3246120" y="338328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700"/>
          </a:p>
        </p:txBody>
      </p:sp>
      <p:sp>
        <p:nvSpPr>
          <p:cNvPr id="17" name="Text 15"/>
          <p:cNvSpPr/>
          <p:nvPr/>
        </p:nvSpPr>
        <p:spPr>
          <a:xfrm>
            <a:off x="333756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Live Demo Ready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126480" y="338328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00"/>
          </a:p>
        </p:txBody>
      </p:sp>
      <p:sp>
        <p:nvSpPr>
          <p:cNvPr id="20" name="Text 18"/>
          <p:cNvSpPr/>
          <p:nvPr/>
        </p:nvSpPr>
        <p:spPr>
          <a:xfrm>
            <a:off x="621792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· Node.js · React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  ·  INNOVATION HACKATHON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"/>
            <a:ext cx="1129284" cy="256032"/>
          </a:xfrm>
          <a:prstGeom prst="rect">
            <a:avLst/>
          </a:prstGeom>
          <a:solidFill>
            <a:srgbClr val="EDE5F8"/>
          </a:solidFill>
          <a:ln w="12700">
            <a:solidFill>
              <a:srgbClr val="EDE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4592"/>
            <a:ext cx="1129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delivery is bottlenecked by handoffs —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today's AI tools don't fix it.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41605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4160520" cy="34747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WHERE THE TIME GOES TODAY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883664"/>
            <a:ext cx="146304" cy="146304"/>
          </a:xfrm>
          <a:prstGeom prst="ellipse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18470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requirements, refine ambiguous stories with BA / PO, read the codebase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146304" cy="146304"/>
          </a:xfrm>
          <a:prstGeom prst="ellipse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solution architecture, approach decisions, choose patterns, identify dependencies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761488"/>
            <a:ext cx="146304" cy="146304"/>
          </a:xfrm>
          <a:prstGeom prst="ellipse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27249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production code, boilerplate, integrations, business logic — every story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146304" cy="146304"/>
          </a:xfrm>
          <a:prstGeom prst="ellipse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31638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write unit &amp; integration tests, run them, fix failures, validate AC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639312"/>
            <a:ext cx="146304" cy="146304"/>
          </a:xfrm>
          <a:prstGeom prst="ellipse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36027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defects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triage QA bugs, debug production issues, fix regressions, edge cases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4078224"/>
            <a:ext cx="146304" cy="146304"/>
          </a:xfrm>
          <a:prstGeom prst="ellipse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40416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ship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 review cycles, address feedback, manual branch / commit / PR workflow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37160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371600"/>
            <a:ext cx="4023360" cy="347472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1371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WHY TODAY'S AI TOOLS FALL SHORT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1901952"/>
            <a:ext cx="128016" cy="12801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02352" y="184708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autocompletes lines — you still write the function, the test, the PR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340864"/>
            <a:ext cx="128016" cy="12801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02352" y="22860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chat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generates code but doesn't know your codebase or Jira context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2779776"/>
            <a:ext cx="128016" cy="12801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02352" y="27249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Aider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better with the repo, but you still drive every decision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218688"/>
            <a:ext cx="128016" cy="12801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02352" y="316382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 LLMs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try to "do it all at once" → hallucinations, half-broken PRs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3657600"/>
            <a:ext cx="128016" cy="12801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02352" y="36027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clarification loop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requirements are ambiguous, the AI guesses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4096512"/>
            <a:ext cx="128016" cy="128016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02352" y="404164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artifacts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none produce branches, commits, or pull requests — loop never closed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  ·  INNOVATION HACKATHON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"/>
            <a:ext cx="1207008" cy="256032"/>
          </a:xfrm>
          <a:prstGeom prst="rect">
            <a:avLst/>
          </a:prstGeom>
          <a:solidFill>
            <a:srgbClr val="EDE5F8"/>
          </a:solidFill>
          <a:ln w="12700">
            <a:solidFill>
              <a:srgbClr val="EDE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45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Agentic AI Squad — your virtual delivery team.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orchestration platform that ingests your story, understands requirements, analyzes source code, writes code, tests, and raises a pull request — autonomously, with human-in-the-loop checkpoints.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1353312" cy="34747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19072" y="1572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DC8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1572768"/>
            <a:ext cx="1353312" cy="347472"/>
          </a:xfrm>
          <a:prstGeom prst="rect">
            <a:avLst/>
          </a:prstGeom>
          <a:solidFill>
            <a:srgbClr val="4A1E8A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10512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63824" y="1572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DC8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55264" y="1572768"/>
            <a:ext cx="1353312" cy="347472"/>
          </a:xfrm>
          <a:prstGeom prst="rect">
            <a:avLst/>
          </a:prstGeom>
          <a:solidFill>
            <a:srgbClr val="4A1E8A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55264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8576" y="1572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DC8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0016" y="1572768"/>
            <a:ext cx="1353312" cy="347472"/>
          </a:xfrm>
          <a:prstGeom prst="rect">
            <a:avLst/>
          </a:prstGeom>
          <a:solidFill>
            <a:srgbClr val="4A1E8A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16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1572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DC8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44768" y="1572768"/>
            <a:ext cx="1353312" cy="347472"/>
          </a:xfrm>
          <a:prstGeom prst="rect">
            <a:avLst/>
          </a:prstGeom>
          <a:solidFill>
            <a:srgbClr val="4A1E8A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4768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15727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DC8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1572768"/>
            <a:ext cx="1353312" cy="347472"/>
          </a:xfrm>
          <a:prstGeom prst="rect">
            <a:avLst/>
          </a:prstGeom>
          <a:solidFill>
            <a:srgbClr val="00A89D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520" y="157276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1938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 / Hours, not Days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28600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2011680" cy="54864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6576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502152"/>
            <a:ext cx="1463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14600" y="228600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14600" y="2286000"/>
            <a:ext cx="2011680" cy="54864"/>
          </a:xfrm>
          <a:prstGeom prst="rect">
            <a:avLst/>
          </a:prstGeom>
          <a:solidFill>
            <a:srgbClr val="4A1E8A"/>
          </a:solidFill>
          <a:ln w="12700">
            <a:solidFill>
              <a:srgbClr val="4A1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1460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251460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Agent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1460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88920" y="3502152"/>
            <a:ext cx="1463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228600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2286000"/>
            <a:ext cx="2011680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466344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Agent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37760" y="3502152"/>
            <a:ext cx="1463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12280" y="2286000"/>
            <a:ext cx="2011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12280" y="2286000"/>
            <a:ext cx="2011680" cy="54864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1228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681228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Agent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12280" y="3218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Gatekeeper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086600" y="3502152"/>
            <a:ext cx="146304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65760" y="4206240"/>
            <a:ext cx="4114800" cy="502920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Automated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→ Code → Test → Branch → Commit → PR — no manual steps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4206240"/>
            <a:ext cx="4114800" cy="5029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0060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Human-in-the-Loop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 pauses to ask when requirements are ambiguous — never assumes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  ·  INNOVATION HACKATHON 2026</a:t>
            </a:r>
            <a:endParaRPr lang="en-US" sz="700"/>
          </a:p>
        </p:txBody>
      </p:sp>
      <p:sp>
        <p:nvSpPr>
          <p:cNvPr id="6" name="Shape 4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solidFill>
            <a:srgbClr val="EDE5F8"/>
          </a:solidFill>
          <a:ln w="12700">
            <a:solidFill>
              <a:srgbClr val="EDE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SQUAD</a:t>
            </a:r>
            <a:endParaRPr lang="en-US" sz="75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specialized agents — one cohesive delivery team.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54864" cy="1691640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Lead Agent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48640" y="1536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Jira stories and distills acceptance criteria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Deep-reads source code to understand existing patterns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which files to create, modify, or remove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function signatures, behavior, and edit points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asks questions when requirements are unclear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54864" cy="1691640"/>
          </a:xfrm>
          <a:prstGeom prst="rect">
            <a:avLst/>
          </a:prstGeom>
          <a:solidFill>
            <a:srgbClr val="4A1E8A"/>
          </a:solidFill>
          <a:ln w="12700">
            <a:solidFill>
              <a:srgbClr val="4A1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1704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Developer Agent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892040" y="1536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4892040" y="175564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production-ready code matching project conventions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targeted patches without touching unrelated code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unit tests aligned to acceptance criteria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changes to a dedicated feature branch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context and testing notes to the Tester Agent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9992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Tester Agent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548640" y="33649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48640" y="358444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each acceptance criterion to a dedicated test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edge cases and boundary conditions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structured test cases with pass/fail outcomes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human review checkpoint before proceeding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54864" cy="1691640"/>
          </a:xfrm>
          <a:prstGeom prst="rect">
            <a:avLst/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9992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Regression Agent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4892040" y="33649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Gatekeeper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4892040" y="358444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dependencies and surfaces downstream impact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targeted smoke-test areas for manual review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end-to-end application behavior</a:t>
            </a:r>
            <a:endParaRPr lang="en-US" sz="900"/>
          </a:p>
          <a:p>
            <a:pPr marL="342900" indent="-342900">
              <a:buSzPct val="100000"/>
              <a:buChar char="•"/>
            </a:pPr>
            <a:r>
              <a:rPr lang="en-US" sz="9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comprehensive stability report for sign-off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65760" y="4604919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squad is extensible — additional role-based agents can be added as needed.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  ·  INNOVATION HACKATHON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"/>
            <a:ext cx="1207008" cy="256032"/>
          </a:xfrm>
          <a:prstGeom prst="rect">
            <a:avLst/>
          </a:prstGeom>
          <a:solidFill>
            <a:srgbClr val="EDE5F8"/>
          </a:solidFill>
          <a:ln w="12700">
            <a:solidFill>
              <a:srgbClr val="EDE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45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team  vs  Virtual team.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SDLC roles, same handoffs — executed at machine speed and AI cost.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280160"/>
            <a:ext cx="1645920" cy="411480"/>
          </a:xfrm>
          <a:prstGeom prst="rect">
            <a:avLst/>
          </a:prstGeom>
          <a:solidFill>
            <a:srgbClr val="1A1035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ASPECT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74520" y="1280160"/>
            <a:ext cx="3291840" cy="411480"/>
          </a:xfrm>
          <a:prstGeom prst="rect">
            <a:avLst/>
          </a:prstGeom>
          <a:solidFill>
            <a:srgbClr val="6B7280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20240" y="1280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TODAY · Human Team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66360" y="1280160"/>
            <a:ext cx="3566160" cy="411480"/>
          </a:xfrm>
          <a:prstGeom prst="rect">
            <a:avLst/>
          </a:prstGeom>
          <a:solidFill>
            <a:srgbClr val="6B2DC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AGENTIC AI SQUAD · Virtual Team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6916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74520" y="169164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2024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requirements, designs solution, plans implementation, reviews PRs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66360" y="1691640"/>
            <a:ext cx="3566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 — reads user story, understands codebase, asks clarifying questions, instructs Developer Agent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103120"/>
            <a:ext cx="16459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103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10312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20240" y="2103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features, fixes defects, addresses PR review feedback, raises PR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66360" y="2103120"/>
            <a:ext cx="3566160" cy="411480"/>
          </a:xfrm>
          <a:prstGeom prst="rect">
            <a:avLst/>
          </a:prstGeom>
          <a:solidFill>
            <a:srgbClr val="EDE5F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Agent — implements features &amp; bug fixes, writes code, commits, raises PR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251460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2514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/ QA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74520" y="251460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2024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test cases, validates acceptance criteria, raises and re-tests defects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66360" y="2514600"/>
            <a:ext cx="3566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Agent — maps acceptance criteria to test scenarios, identifies edge cases, flags risks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6459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2926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Lead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74520" y="292608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92024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breaking changes, validates fix doesn't break other features, signs off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66360" y="2926080"/>
            <a:ext cx="3566160" cy="411480"/>
          </a:xfrm>
          <a:prstGeom prst="rect">
            <a:avLst/>
          </a:prstGeom>
          <a:solidFill>
            <a:srgbClr val="EDE5F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1208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Agent — flags downstream impacts, identifies risk areas, recommends smoke tests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333756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story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74520" y="333756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92024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× multiple people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66360" y="3337560"/>
            <a:ext cx="3566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212080" y="3337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 to a few dollars per story (API tokens)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" y="3749040"/>
            <a:ext cx="16459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story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74520" y="374904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920240" y="3749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weeks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166360" y="3749040"/>
            <a:ext cx="3566160" cy="411480"/>
          </a:xfrm>
          <a:prstGeom prst="rect">
            <a:avLst/>
          </a:prstGeom>
          <a:solidFill>
            <a:srgbClr val="EDE5F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212080" y="3749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/ Minutes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41605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160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74520" y="416052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92024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hours, time zones, holidays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166360" y="4160520"/>
            <a:ext cx="35661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1208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× 7 / 365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28600" y="4572000"/>
            <a:ext cx="16459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74320" y="4572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74520" y="4572000"/>
            <a:ext cx="3291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92024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 to learn the codebase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166360" y="4572000"/>
            <a:ext cx="3566160" cy="411480"/>
          </a:xfrm>
          <a:prstGeom prst="rect">
            <a:avLst/>
          </a:prstGeom>
          <a:solidFill>
            <a:srgbClr val="EDE5F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212080" y="4572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1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reads the codebase on demand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  ·  INNOVATION HACKATHON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solidFill>
            <a:srgbClr val="EDE5F8"/>
          </a:solidFill>
          <a:ln w="12700">
            <a:solidFill>
              <a:srgbClr val="EDE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75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— scale delivery, reduce cost.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scenario for a 6-person engineering team before and after adopting the Agentic AI Squad platform.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65760" y="137160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3748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3748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3748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throughput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3748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story pts / sprint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748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cycle time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story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3748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 days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42976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6B2DC8"/>
                </a:solidFill>
              </a:rPr>
              <a:t>→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39319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DC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3931920" cy="54864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AGENTIC AI SQUAD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937760" y="1828800"/>
            <a:ext cx="3748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4937760" y="2057400"/>
            <a:ext cx="3748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engineers + AI agents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4937760" y="2468880"/>
            <a:ext cx="3748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throughput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697480"/>
            <a:ext cx="3748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en-US" sz="1800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story pts / sprint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37760" y="3108960"/>
            <a:ext cx="3748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cycle time per story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337560"/>
            <a:ext cx="3748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not days</a:t>
            </a:r>
            <a:endParaRPr lang="en-US" sz="180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EDE5F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throughput per sprint   ·   60–70% cost savings   ·   24/7 capacity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365760" y="43891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 based on a typical 6-person squad. Results vary by codebase complexity and process maturity.</a:t>
            </a:r>
            <a:endParaRPr lang="en-US" sz="7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7253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25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34120"/>
            <a:ext cx="126873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73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480060" y="1034120"/>
            <a:ext cx="3429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000000"/>
                </a:solidFill>
              </a:rPr>
              <a:t>👤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88670" y="1102700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88670" y="1322156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story · Answers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1714500" y="1205570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6B2DC8"/>
                </a:solidFill>
              </a:rPr>
              <a:t>→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1719920"/>
            <a:ext cx="126873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73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480060" y="1719920"/>
            <a:ext cx="3429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000000"/>
                </a:solidFill>
              </a:rPr>
              <a:t>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88670" y="1788500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88670" y="2007956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· AC · Priority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714500" y="1891370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6B2DC8"/>
                </a:solidFill>
              </a:rPr>
              <a:t>→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405720"/>
            <a:ext cx="126873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73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480060" y="2405720"/>
            <a:ext cx="3429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000000"/>
                </a:solidFill>
              </a:rPr>
              <a:t>📁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88670" y="2474300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88670" y="2693756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· File tree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714500" y="2577170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6B2DC8"/>
                </a:solidFill>
              </a:rPr>
              <a:t>→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1480" y="3091520"/>
            <a:ext cx="126873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773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480060" y="3091520"/>
            <a:ext cx="3429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000000"/>
                </a:solidFill>
              </a:rPr>
              <a:t>📄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88670" y="3160100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88670" y="3379556"/>
            <a:ext cx="8572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docs · Specs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1714500" y="3262970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6B2DC8"/>
                </a:solidFill>
              </a:rPr>
              <a:t>→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023110" y="896960"/>
            <a:ext cx="4834890" cy="3120390"/>
          </a:xfrm>
          <a:prstGeom prst="roundRect">
            <a:avLst>
              <a:gd name="adj" fmla="val 2637"/>
            </a:avLst>
          </a:prstGeom>
          <a:solidFill>
            <a:srgbClr val="F4F1FA"/>
          </a:solidFill>
          <a:ln w="1905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2160270" y="965540"/>
            <a:ext cx="456057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75" b="1" kern="0" spc="225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ECOSYSTEM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2297430" y="1274150"/>
            <a:ext cx="428625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A773E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2400300" y="1308440"/>
            <a:ext cx="408051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CONTEXT LAYER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00300" y="1493606"/>
            <a:ext cx="408051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Jira story · GitHub source files  · Confluence docs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37685" y="1733636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6B2DC8"/>
                </a:solidFill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97430" y="1994240"/>
            <a:ext cx="3120390" cy="651510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2400300" y="2062820"/>
            <a:ext cx="291465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LEAD AGENT  (Tech Lead)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400300" y="2337140"/>
            <a:ext cx="29146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code · Plans approach · Specifies files &amp; signatures · Asks if ambiguous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31536" y="2196551"/>
            <a:ext cx="27432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6B2DC8"/>
                </a:solidFill>
              </a:rPr>
              <a:t>⇄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726430" y="1994240"/>
            <a:ext cx="857250" cy="65151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6B2DC8"/>
            </a:solidFill>
            <a:prstDash val="dash"/>
          </a:ln>
        </p:spPr>
        <p:txBody>
          <a:bodyPr/>
          <a:lstStyle/>
          <a:p>
            <a:endParaRPr lang="en-US" sz="1350"/>
          </a:p>
        </p:txBody>
      </p:sp>
      <p:sp>
        <p:nvSpPr>
          <p:cNvPr id="35" name="Text 33"/>
          <p:cNvSpPr/>
          <p:nvPr/>
        </p:nvSpPr>
        <p:spPr>
          <a:xfrm>
            <a:off x="5795010" y="2062820"/>
            <a:ext cx="7200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CLARIFY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95010" y="2302850"/>
            <a:ext cx="72009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13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· ask user · resume</a:t>
            </a:r>
            <a:endParaRPr lang="en-US" sz="713" dirty="0"/>
          </a:p>
        </p:txBody>
      </p:sp>
      <p:sp>
        <p:nvSpPr>
          <p:cNvPr id="37" name="Text 35"/>
          <p:cNvSpPr/>
          <p:nvPr/>
        </p:nvSpPr>
        <p:spPr>
          <a:xfrm>
            <a:off x="2297430" y="2680040"/>
            <a:ext cx="312039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13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Markdown spec handoff  ↓</a:t>
            </a:r>
            <a:endParaRPr lang="en-US" sz="713" dirty="0"/>
          </a:p>
        </p:txBody>
      </p:sp>
      <p:sp>
        <p:nvSpPr>
          <p:cNvPr id="38" name="Shape 36"/>
          <p:cNvSpPr/>
          <p:nvPr/>
        </p:nvSpPr>
        <p:spPr>
          <a:xfrm>
            <a:off x="2297430" y="2872064"/>
            <a:ext cx="3120390" cy="582930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7"/>
          <p:cNvSpPr/>
          <p:nvPr/>
        </p:nvSpPr>
        <p:spPr>
          <a:xfrm>
            <a:off x="2400300" y="2926928"/>
            <a:ext cx="2914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DEVELOPER AGENT  (Implementer)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400300" y="3166958"/>
            <a:ext cx="29146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spec · Writes code in project style · Uses INSERT/REPLACE markers · Commits per file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297430" y="3557864"/>
            <a:ext cx="4286250" cy="342900"/>
          </a:xfrm>
          <a:prstGeom prst="roundRect">
            <a:avLst>
              <a:gd name="adj" fmla="val 12000"/>
            </a:avLst>
          </a:prstGeom>
          <a:solidFill>
            <a:srgbClr val="F4F1FA"/>
          </a:solidFill>
          <a:ln w="12700">
            <a:solidFill>
              <a:srgbClr val="5A5A72"/>
            </a:solidFill>
            <a:prstDash val="dash"/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Text 40"/>
          <p:cNvSpPr/>
          <p:nvPr/>
        </p:nvSpPr>
        <p:spPr>
          <a:xfrm>
            <a:off x="2297430" y="3557864"/>
            <a:ext cx="42862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88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NEXT (roadmap):  </a:t>
            </a:r>
            <a:r>
              <a:rPr lang="en-US" sz="788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Tester Agent</a:t>
            </a:r>
            <a:r>
              <a:rPr lang="en-US" sz="788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788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Regression Agent</a:t>
            </a:r>
            <a:r>
              <a:rPr lang="en-US" sz="788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sequential agents that run after Developer Agent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6823710" y="3060659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FF8A3D"/>
                </a:solidFill>
              </a:rPr>
              <a:t>→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995160" y="1034120"/>
            <a:ext cx="173507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kern="0" spc="15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(auto)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6995160" y="1274150"/>
            <a:ext cx="1735074" cy="53492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Text 44"/>
          <p:cNvSpPr/>
          <p:nvPr/>
        </p:nvSpPr>
        <p:spPr>
          <a:xfrm>
            <a:off x="7063740" y="1274150"/>
            <a:ext cx="34290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000000"/>
                </a:solidFill>
              </a:rPr>
              <a:t>🌿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7372350" y="1329014"/>
            <a:ext cx="132359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72350" y="1534754"/>
            <a:ext cx="132359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feature/STORY-KEY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6995160" y="1925660"/>
            <a:ext cx="1735074" cy="53492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Text 48"/>
          <p:cNvSpPr/>
          <p:nvPr/>
        </p:nvSpPr>
        <p:spPr>
          <a:xfrm>
            <a:off x="7063740" y="1925660"/>
            <a:ext cx="34290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000000"/>
                </a:solidFill>
              </a:rPr>
              <a:t>✏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7372350" y="1980524"/>
            <a:ext cx="132359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72350" y="2186264"/>
            <a:ext cx="132359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per file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6995160" y="2577170"/>
            <a:ext cx="1735074" cy="534924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4" name="Text 52"/>
          <p:cNvSpPr/>
          <p:nvPr/>
        </p:nvSpPr>
        <p:spPr>
          <a:xfrm>
            <a:off x="7063740" y="2577170"/>
            <a:ext cx="34290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000000"/>
                </a:solidFill>
              </a:rPr>
              <a:t>🔀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7372350" y="2632034"/>
            <a:ext cx="132359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72350" y="2837774"/>
            <a:ext cx="132359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Auto-raised on GitHub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6995160" y="3125810"/>
            <a:ext cx="173507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8A3D"/>
                </a:solidFill>
              </a:rPr>
              <a:t>↓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95160" y="3297260"/>
            <a:ext cx="1735074" cy="445770"/>
          </a:xfrm>
          <a:prstGeom prst="roundRect">
            <a:avLst>
              <a:gd name="adj" fmla="val 12308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9" name="Text 57"/>
          <p:cNvSpPr/>
          <p:nvPr/>
        </p:nvSpPr>
        <p:spPr>
          <a:xfrm>
            <a:off x="6995160" y="3352124"/>
            <a:ext cx="173507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REVIEWS PR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6995160" y="3557864"/>
            <a:ext cx="173507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1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merge</a:t>
            </a:r>
            <a:endParaRPr lang="en-US" sz="713" dirty="0"/>
          </a:p>
        </p:txBody>
      </p:sp>
      <p:sp>
        <p:nvSpPr>
          <p:cNvPr id="61" name="Text 59"/>
          <p:cNvSpPr/>
          <p:nvPr/>
        </p:nvSpPr>
        <p:spPr>
          <a:xfrm>
            <a:off x="411480" y="4051640"/>
            <a:ext cx="831875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2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source code   </a:t>
            </a:r>
            <a:r>
              <a:rPr lang="en-US" sz="825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2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assuming  </a:t>
            </a:r>
            <a:r>
              <a:rPr lang="en-US" sz="825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2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logs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411480" y="4697730"/>
            <a:ext cx="831875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kern="0" spc="150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  </a:t>
            </a:r>
            <a:r>
              <a:rPr lang="en-US" sz="7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Anthropic Claude   ·   🟢 Node.js orchestrator   ·   🔌 Jira · GitHub · Confluence APIs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11480" y="4869180"/>
            <a:ext cx="831875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94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11480" y="4880008"/>
            <a:ext cx="8318754" cy="0"/>
          </a:xfrm>
          <a:prstGeom prst="line">
            <a:avLst/>
          </a:prstGeom>
          <a:noFill/>
          <a:ln w="9525">
            <a:solidFill>
              <a:srgbClr val="E5E0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6C2BCB-77D4-D950-03EF-807FC2B08787}"/>
              </a:ext>
            </a:extLst>
          </p:cNvPr>
          <p:cNvSpPr txBox="1"/>
          <p:nvPr/>
        </p:nvSpPr>
        <p:spPr>
          <a:xfrm>
            <a:off x="2129951" y="631074"/>
            <a:ext cx="457320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SQUAD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29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25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720090"/>
            <a:ext cx="8318754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— responsible at each step.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6042" y="1783080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336042" y="1783080"/>
            <a:ext cx="126873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336042" y="1783080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STORY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36042" y="2057400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📋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54091" y="2400300"/>
            <a:ext cx="126873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User adds story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(Jira or Manual)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04772" y="2091690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776222" y="1783080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A5A7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1776222" y="1783080"/>
            <a:ext cx="1268730" cy="219456"/>
          </a:xfrm>
          <a:prstGeom prst="rect">
            <a:avLst/>
          </a:prstGeom>
          <a:solidFill>
            <a:srgbClr val="5A5A72"/>
          </a:solidFill>
          <a:ln w="12700">
            <a:solidFill>
              <a:srgbClr val="5A5A7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1776222" y="1783080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CONTEXT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776222" y="2057400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🔍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44802" y="2400300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repo, Jira,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Confluence, source files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4952" y="2091690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3216402" y="1783080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Shape 15"/>
          <p:cNvSpPr/>
          <p:nvPr/>
        </p:nvSpPr>
        <p:spPr>
          <a:xfrm>
            <a:off x="3216402" y="1783080"/>
            <a:ext cx="1268730" cy="219456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3216402" y="1783080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216402" y="2057400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🧠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284982" y="2400300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 writes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file-by-file spec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85132" y="2091690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656582" y="1783080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Shape 21"/>
          <p:cNvSpPr/>
          <p:nvPr/>
        </p:nvSpPr>
        <p:spPr>
          <a:xfrm>
            <a:off x="4656582" y="1783080"/>
            <a:ext cx="1268730" cy="219456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4656582" y="1783080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CODE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56582" y="2057400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💻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725162" y="2400300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Agent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commits files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25312" y="2091690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6096762" y="1783080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Shape 27"/>
          <p:cNvSpPr/>
          <p:nvPr/>
        </p:nvSpPr>
        <p:spPr>
          <a:xfrm>
            <a:off x="6096762" y="1783080"/>
            <a:ext cx="1268730" cy="219456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28"/>
          <p:cNvSpPr/>
          <p:nvPr/>
        </p:nvSpPr>
        <p:spPr>
          <a:xfrm>
            <a:off x="6096762" y="1783080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096762" y="2057400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🔀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136467" y="2400300"/>
            <a:ext cx="126873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Agent  commits +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(auto)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65492" y="2091690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36942" y="1783080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5" name="Shape 33"/>
          <p:cNvSpPr/>
          <p:nvPr/>
        </p:nvSpPr>
        <p:spPr>
          <a:xfrm>
            <a:off x="7536942" y="1783080"/>
            <a:ext cx="1268730" cy="21945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Text 34"/>
          <p:cNvSpPr/>
          <p:nvPr/>
        </p:nvSpPr>
        <p:spPr>
          <a:xfrm>
            <a:off x="7536942" y="1783080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REVIEW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7536942" y="2057400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👀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7605522" y="2400300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PR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any human PR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16402" y="2721544"/>
            <a:ext cx="126873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6B2DC8"/>
                </a:solidFill>
              </a:rPr>
              <a:t>↓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887579" y="2909235"/>
            <a:ext cx="1934678" cy="541425"/>
          </a:xfrm>
          <a:prstGeom prst="rect">
            <a:avLst/>
          </a:prstGeom>
          <a:solidFill>
            <a:srgbClr val="F4F1FA"/>
          </a:solidFill>
          <a:ln w="12700">
            <a:solidFill>
              <a:srgbClr val="6B2DC8"/>
            </a:solidFill>
            <a:prstDash val="dash"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Text 39"/>
          <p:cNvSpPr/>
          <p:nvPr/>
        </p:nvSpPr>
        <p:spPr>
          <a:xfrm>
            <a:off x="3023300" y="2966989"/>
            <a:ext cx="161163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Clarification popup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2684007" y="3079964"/>
            <a:ext cx="2427010" cy="363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1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ambiguous, Lead Agent</a:t>
            </a:r>
            <a:endParaRPr lang="en-US" sz="713" dirty="0"/>
          </a:p>
          <a:p>
            <a:pPr algn="ctr"/>
            <a:r>
              <a:rPr lang="en-US" sz="71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— user answers — agent resumes</a:t>
            </a:r>
            <a:endParaRPr lang="en-US" sz="713" dirty="0"/>
          </a:p>
        </p:txBody>
      </p:sp>
      <p:sp>
        <p:nvSpPr>
          <p:cNvPr id="52" name="Text 50"/>
          <p:cNvSpPr/>
          <p:nvPr/>
        </p:nvSpPr>
        <p:spPr>
          <a:xfrm>
            <a:off x="411480" y="4869180"/>
            <a:ext cx="8318754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94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11480" y="4858351"/>
            <a:ext cx="8318754" cy="0"/>
          </a:xfrm>
          <a:prstGeom prst="line">
            <a:avLst/>
          </a:prstGeom>
          <a:noFill/>
          <a:ln w="9525">
            <a:solidFill>
              <a:srgbClr val="E5E0F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4D143F0-2A39-A181-041A-A4381ABDEACE}"/>
              </a:ext>
            </a:extLst>
          </p:cNvPr>
          <p:cNvCxnSpPr/>
          <p:nvPr/>
        </p:nvCxnSpPr>
        <p:spPr>
          <a:xfrm>
            <a:off x="1844802" y="1582755"/>
            <a:ext cx="5452110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59ED425-9ED6-A284-81B2-37806B34B828}"/>
              </a:ext>
            </a:extLst>
          </p:cNvPr>
          <p:cNvSpPr txBox="1"/>
          <p:nvPr/>
        </p:nvSpPr>
        <p:spPr>
          <a:xfrm>
            <a:off x="2129951" y="1374627"/>
            <a:ext cx="457320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AGENTIC AI SQUAD  ·  Agents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8EE3C69-839D-3FF0-58A4-08B01793A189}"/>
              </a:ext>
            </a:extLst>
          </p:cNvPr>
          <p:cNvCxnSpPr/>
          <p:nvPr/>
        </p:nvCxnSpPr>
        <p:spPr>
          <a:xfrm>
            <a:off x="489445" y="1588101"/>
            <a:ext cx="104674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993E4A1-FCC0-7D13-8EFD-FA8A2D5B5A00}"/>
              </a:ext>
            </a:extLst>
          </p:cNvPr>
          <p:cNvSpPr txBox="1"/>
          <p:nvPr/>
        </p:nvSpPr>
        <p:spPr>
          <a:xfrm>
            <a:off x="404623" y="1365603"/>
            <a:ext cx="100559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DB3EBF4-945F-7C23-9095-5892978BAF4E}"/>
              </a:ext>
            </a:extLst>
          </p:cNvPr>
          <p:cNvCxnSpPr/>
          <p:nvPr/>
        </p:nvCxnSpPr>
        <p:spPr>
          <a:xfrm>
            <a:off x="7635022" y="1579678"/>
            <a:ext cx="104674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C126BDF-E0FF-BD78-B6A8-6D13887B905B}"/>
              </a:ext>
            </a:extLst>
          </p:cNvPr>
          <p:cNvSpPr txBox="1"/>
          <p:nvPr/>
        </p:nvSpPr>
        <p:spPr>
          <a:xfrm>
            <a:off x="7550200" y="1357179"/>
            <a:ext cx="100559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1" name="Shape 8">
            <a:extLst>
              <a:ext uri="{FF2B5EF4-FFF2-40B4-BE49-F238E27FC236}">
                <a16:creationId xmlns:a16="http://schemas.microsoft.com/office/drawing/2014/main" id="{71CBE4A6-97B8-9115-6B19-69B66C320B47}"/>
              </a:ext>
            </a:extLst>
          </p:cNvPr>
          <p:cNvSpPr/>
          <p:nvPr/>
        </p:nvSpPr>
        <p:spPr>
          <a:xfrm>
            <a:off x="1103655" y="3788749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5A5A7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2" name="Shape 9">
            <a:extLst>
              <a:ext uri="{FF2B5EF4-FFF2-40B4-BE49-F238E27FC236}">
                <a16:creationId xmlns:a16="http://schemas.microsoft.com/office/drawing/2014/main" id="{FF79277D-19FD-B8A5-28D0-96E605EBAD62}"/>
              </a:ext>
            </a:extLst>
          </p:cNvPr>
          <p:cNvSpPr/>
          <p:nvPr/>
        </p:nvSpPr>
        <p:spPr>
          <a:xfrm>
            <a:off x="1103655" y="3788749"/>
            <a:ext cx="1268730" cy="219456"/>
          </a:xfrm>
          <a:prstGeom prst="rect">
            <a:avLst/>
          </a:prstGeom>
          <a:solidFill>
            <a:srgbClr val="5A5A72"/>
          </a:solidFill>
          <a:ln w="12700">
            <a:solidFill>
              <a:srgbClr val="5A5A7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3" name="Text 10">
            <a:extLst>
              <a:ext uri="{FF2B5EF4-FFF2-40B4-BE49-F238E27FC236}">
                <a16:creationId xmlns:a16="http://schemas.microsoft.com/office/drawing/2014/main" id="{F533F3B7-3783-DBD7-3CA4-730C661C4627}"/>
              </a:ext>
            </a:extLst>
          </p:cNvPr>
          <p:cNvSpPr/>
          <p:nvPr/>
        </p:nvSpPr>
        <p:spPr>
          <a:xfrm>
            <a:off x="1103655" y="3788749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DEPLOY</a:t>
            </a:r>
            <a:endParaRPr lang="en-US" sz="825" dirty="0"/>
          </a:p>
        </p:txBody>
      </p:sp>
      <p:sp>
        <p:nvSpPr>
          <p:cNvPr id="106" name="Text 13">
            <a:extLst>
              <a:ext uri="{FF2B5EF4-FFF2-40B4-BE49-F238E27FC236}">
                <a16:creationId xmlns:a16="http://schemas.microsoft.com/office/drawing/2014/main" id="{C0AC8EB3-9D36-3029-ADB1-312467990998}"/>
              </a:ext>
            </a:extLst>
          </p:cNvPr>
          <p:cNvSpPr/>
          <p:nvPr/>
        </p:nvSpPr>
        <p:spPr>
          <a:xfrm>
            <a:off x="2372385" y="4097359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107" name="Shape 14">
            <a:extLst>
              <a:ext uri="{FF2B5EF4-FFF2-40B4-BE49-F238E27FC236}">
                <a16:creationId xmlns:a16="http://schemas.microsoft.com/office/drawing/2014/main" id="{39B822E9-F95B-316C-06ED-343A6155BB92}"/>
              </a:ext>
            </a:extLst>
          </p:cNvPr>
          <p:cNvSpPr/>
          <p:nvPr/>
        </p:nvSpPr>
        <p:spPr>
          <a:xfrm>
            <a:off x="2543835" y="3788749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8" name="Shape 15">
            <a:extLst>
              <a:ext uri="{FF2B5EF4-FFF2-40B4-BE49-F238E27FC236}">
                <a16:creationId xmlns:a16="http://schemas.microsoft.com/office/drawing/2014/main" id="{E2545620-1A2A-FB71-F700-29511E5BCB2F}"/>
              </a:ext>
            </a:extLst>
          </p:cNvPr>
          <p:cNvSpPr/>
          <p:nvPr/>
        </p:nvSpPr>
        <p:spPr>
          <a:xfrm>
            <a:off x="2543835" y="3788749"/>
            <a:ext cx="1268730" cy="219456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9" name="Text 16">
            <a:extLst>
              <a:ext uri="{FF2B5EF4-FFF2-40B4-BE49-F238E27FC236}">
                <a16:creationId xmlns:a16="http://schemas.microsoft.com/office/drawing/2014/main" id="{6FD4EC93-2891-B4CF-451B-5F21D691C2B7}"/>
              </a:ext>
            </a:extLst>
          </p:cNvPr>
          <p:cNvSpPr/>
          <p:nvPr/>
        </p:nvSpPr>
        <p:spPr>
          <a:xfrm>
            <a:off x="2543835" y="3788749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TESTER</a:t>
            </a:r>
            <a:endParaRPr lang="en-US" sz="825" dirty="0"/>
          </a:p>
        </p:txBody>
      </p:sp>
      <p:sp>
        <p:nvSpPr>
          <p:cNvPr id="110" name="Text 17">
            <a:extLst>
              <a:ext uri="{FF2B5EF4-FFF2-40B4-BE49-F238E27FC236}">
                <a16:creationId xmlns:a16="http://schemas.microsoft.com/office/drawing/2014/main" id="{47D3230E-6049-C883-475F-C53433FACF45}"/>
              </a:ext>
            </a:extLst>
          </p:cNvPr>
          <p:cNvSpPr/>
          <p:nvPr/>
        </p:nvSpPr>
        <p:spPr>
          <a:xfrm>
            <a:off x="2543835" y="4063069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950" dirty="0"/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2F546311-B18F-5314-9B35-7F3B2CB9280F}"/>
              </a:ext>
            </a:extLst>
          </p:cNvPr>
          <p:cNvSpPr/>
          <p:nvPr/>
        </p:nvSpPr>
        <p:spPr>
          <a:xfrm>
            <a:off x="2612415" y="4405969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endParaRPr lang="en-US" sz="750" dirty="0"/>
          </a:p>
        </p:txBody>
      </p:sp>
      <p:sp>
        <p:nvSpPr>
          <p:cNvPr id="112" name="Text 19">
            <a:extLst>
              <a:ext uri="{FF2B5EF4-FFF2-40B4-BE49-F238E27FC236}">
                <a16:creationId xmlns:a16="http://schemas.microsoft.com/office/drawing/2014/main" id="{1E063CA4-C973-C5E6-2A96-FEC4A9452378}"/>
              </a:ext>
            </a:extLst>
          </p:cNvPr>
          <p:cNvSpPr/>
          <p:nvPr/>
        </p:nvSpPr>
        <p:spPr>
          <a:xfrm>
            <a:off x="3812565" y="4097359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113" name="Shape 20">
            <a:extLst>
              <a:ext uri="{FF2B5EF4-FFF2-40B4-BE49-F238E27FC236}">
                <a16:creationId xmlns:a16="http://schemas.microsoft.com/office/drawing/2014/main" id="{276EEE03-1040-28F2-E04B-40151F3BFA7F}"/>
              </a:ext>
            </a:extLst>
          </p:cNvPr>
          <p:cNvSpPr/>
          <p:nvPr/>
        </p:nvSpPr>
        <p:spPr>
          <a:xfrm>
            <a:off x="5427809" y="3788749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4" name="Shape 21">
            <a:extLst>
              <a:ext uri="{FF2B5EF4-FFF2-40B4-BE49-F238E27FC236}">
                <a16:creationId xmlns:a16="http://schemas.microsoft.com/office/drawing/2014/main" id="{607333F3-B2F2-234E-9FA7-3AED7A0C0D06}"/>
              </a:ext>
            </a:extLst>
          </p:cNvPr>
          <p:cNvSpPr/>
          <p:nvPr/>
        </p:nvSpPr>
        <p:spPr>
          <a:xfrm>
            <a:off x="5427809" y="3788749"/>
            <a:ext cx="1268730" cy="219456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5" name="Text 22">
            <a:extLst>
              <a:ext uri="{FF2B5EF4-FFF2-40B4-BE49-F238E27FC236}">
                <a16:creationId xmlns:a16="http://schemas.microsoft.com/office/drawing/2014/main" id="{2C39EF58-430F-79D7-0B47-B87F233792CC}"/>
              </a:ext>
            </a:extLst>
          </p:cNvPr>
          <p:cNvSpPr/>
          <p:nvPr/>
        </p:nvSpPr>
        <p:spPr>
          <a:xfrm>
            <a:off x="5427809" y="3788749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REGRESSION</a:t>
            </a:r>
            <a:endParaRPr lang="en-US" sz="825" dirty="0"/>
          </a:p>
        </p:txBody>
      </p:sp>
      <p:sp>
        <p:nvSpPr>
          <p:cNvPr id="116" name="Text 23">
            <a:extLst>
              <a:ext uri="{FF2B5EF4-FFF2-40B4-BE49-F238E27FC236}">
                <a16:creationId xmlns:a16="http://schemas.microsoft.com/office/drawing/2014/main" id="{24644610-D57D-7B57-77C7-D39967878183}"/>
              </a:ext>
            </a:extLst>
          </p:cNvPr>
          <p:cNvSpPr/>
          <p:nvPr/>
        </p:nvSpPr>
        <p:spPr>
          <a:xfrm>
            <a:off x="5427809" y="4063069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950" dirty="0"/>
          </a:p>
        </p:txBody>
      </p:sp>
      <p:sp>
        <p:nvSpPr>
          <p:cNvPr id="117" name="Text 24">
            <a:extLst>
              <a:ext uri="{FF2B5EF4-FFF2-40B4-BE49-F238E27FC236}">
                <a16:creationId xmlns:a16="http://schemas.microsoft.com/office/drawing/2014/main" id="{C60AA032-65A7-8093-19AE-2DFB64D8D734}"/>
              </a:ext>
            </a:extLst>
          </p:cNvPr>
          <p:cNvSpPr/>
          <p:nvPr/>
        </p:nvSpPr>
        <p:spPr>
          <a:xfrm>
            <a:off x="5496389" y="4405969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endParaRPr lang="en-US" sz="750" dirty="0"/>
          </a:p>
        </p:txBody>
      </p:sp>
      <p:sp>
        <p:nvSpPr>
          <p:cNvPr id="118" name="Text 25">
            <a:extLst>
              <a:ext uri="{FF2B5EF4-FFF2-40B4-BE49-F238E27FC236}">
                <a16:creationId xmlns:a16="http://schemas.microsoft.com/office/drawing/2014/main" id="{E2ADFFAA-5B36-39ED-D530-54B8B1AC0250}"/>
              </a:ext>
            </a:extLst>
          </p:cNvPr>
          <p:cNvSpPr/>
          <p:nvPr/>
        </p:nvSpPr>
        <p:spPr>
          <a:xfrm>
            <a:off x="6696539" y="4097359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121" name="Text 28">
            <a:extLst>
              <a:ext uri="{FF2B5EF4-FFF2-40B4-BE49-F238E27FC236}">
                <a16:creationId xmlns:a16="http://schemas.microsoft.com/office/drawing/2014/main" id="{C24E87C1-5C9D-E59A-A782-1F6F4B288624}"/>
              </a:ext>
            </a:extLst>
          </p:cNvPr>
          <p:cNvSpPr/>
          <p:nvPr/>
        </p:nvSpPr>
        <p:spPr>
          <a:xfrm>
            <a:off x="6867989" y="3788749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</a:t>
            </a:r>
            <a:endParaRPr lang="en-US" sz="825" dirty="0"/>
          </a:p>
        </p:txBody>
      </p:sp>
      <p:sp>
        <p:nvSpPr>
          <p:cNvPr id="124" name="Text 31">
            <a:extLst>
              <a:ext uri="{FF2B5EF4-FFF2-40B4-BE49-F238E27FC236}">
                <a16:creationId xmlns:a16="http://schemas.microsoft.com/office/drawing/2014/main" id="{C79DE6CC-4709-10C2-87EF-A540507D5B68}"/>
              </a:ext>
            </a:extLst>
          </p:cNvPr>
          <p:cNvSpPr/>
          <p:nvPr/>
        </p:nvSpPr>
        <p:spPr>
          <a:xfrm>
            <a:off x="6692927" y="4097359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125" name="Shape 32">
            <a:extLst>
              <a:ext uri="{FF2B5EF4-FFF2-40B4-BE49-F238E27FC236}">
                <a16:creationId xmlns:a16="http://schemas.microsoft.com/office/drawing/2014/main" id="{638133C3-8BA1-6675-336A-43F781D921FD}"/>
              </a:ext>
            </a:extLst>
          </p:cNvPr>
          <p:cNvSpPr/>
          <p:nvPr/>
        </p:nvSpPr>
        <p:spPr>
          <a:xfrm>
            <a:off x="6864377" y="3788749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6" name="Shape 33">
            <a:extLst>
              <a:ext uri="{FF2B5EF4-FFF2-40B4-BE49-F238E27FC236}">
                <a16:creationId xmlns:a16="http://schemas.microsoft.com/office/drawing/2014/main" id="{622173EC-84D1-955F-0F70-F274638FD761}"/>
              </a:ext>
            </a:extLst>
          </p:cNvPr>
          <p:cNvSpPr/>
          <p:nvPr/>
        </p:nvSpPr>
        <p:spPr>
          <a:xfrm>
            <a:off x="6864377" y="3788749"/>
            <a:ext cx="1268730" cy="21945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7" name="Text 34">
            <a:extLst>
              <a:ext uri="{FF2B5EF4-FFF2-40B4-BE49-F238E27FC236}">
                <a16:creationId xmlns:a16="http://schemas.microsoft.com/office/drawing/2014/main" id="{7BBE5937-CFB9-65FB-10D0-D961B5585F2D}"/>
              </a:ext>
            </a:extLst>
          </p:cNvPr>
          <p:cNvSpPr/>
          <p:nvPr/>
        </p:nvSpPr>
        <p:spPr>
          <a:xfrm>
            <a:off x="6864377" y="3788749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REVIEW</a:t>
            </a:r>
            <a:endParaRPr lang="en-US" sz="825" dirty="0"/>
          </a:p>
        </p:txBody>
      </p:sp>
      <p:sp>
        <p:nvSpPr>
          <p:cNvPr id="128" name="Text 35">
            <a:extLst>
              <a:ext uri="{FF2B5EF4-FFF2-40B4-BE49-F238E27FC236}">
                <a16:creationId xmlns:a16="http://schemas.microsoft.com/office/drawing/2014/main" id="{77094A3F-7279-8B65-427C-D4D6043FDDF7}"/>
              </a:ext>
            </a:extLst>
          </p:cNvPr>
          <p:cNvSpPr/>
          <p:nvPr/>
        </p:nvSpPr>
        <p:spPr>
          <a:xfrm>
            <a:off x="6864377" y="4063069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👀</a:t>
            </a:r>
            <a:endParaRPr lang="en-US" sz="1950" dirty="0"/>
          </a:p>
        </p:txBody>
      </p:sp>
      <p:sp>
        <p:nvSpPr>
          <p:cNvPr id="129" name="Text 36">
            <a:extLst>
              <a:ext uri="{FF2B5EF4-FFF2-40B4-BE49-F238E27FC236}">
                <a16:creationId xmlns:a16="http://schemas.microsoft.com/office/drawing/2014/main" id="{F31A2F14-5C3B-93C2-003E-E4A8C4077DF6}"/>
              </a:ext>
            </a:extLst>
          </p:cNvPr>
          <p:cNvSpPr/>
          <p:nvPr/>
        </p:nvSpPr>
        <p:spPr>
          <a:xfrm>
            <a:off x="6932957" y="4405969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test cases and regression results</a:t>
            </a:r>
            <a:endParaRPr lang="en-US" sz="750" dirty="0"/>
          </a:p>
          <a:p>
            <a:pPr algn="ctr"/>
            <a:endParaRPr lang="en-US" sz="750" dirty="0"/>
          </a:p>
        </p:txBody>
      </p:sp>
      <p:sp>
        <p:nvSpPr>
          <p:cNvPr id="130" name="Text 31">
            <a:extLst>
              <a:ext uri="{FF2B5EF4-FFF2-40B4-BE49-F238E27FC236}">
                <a16:creationId xmlns:a16="http://schemas.microsoft.com/office/drawing/2014/main" id="{658F4C5C-58EC-488A-4864-27C12AF6079C}"/>
              </a:ext>
            </a:extLst>
          </p:cNvPr>
          <p:cNvSpPr/>
          <p:nvPr/>
        </p:nvSpPr>
        <p:spPr>
          <a:xfrm>
            <a:off x="5255813" y="4105481"/>
            <a:ext cx="1714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6B2DC8"/>
                </a:solidFill>
              </a:rPr>
              <a:t>→</a:t>
            </a:r>
            <a:endParaRPr lang="en-US" sz="1650" dirty="0"/>
          </a:p>
        </p:txBody>
      </p:sp>
      <p:sp>
        <p:nvSpPr>
          <p:cNvPr id="131" name="Shape 32">
            <a:extLst>
              <a:ext uri="{FF2B5EF4-FFF2-40B4-BE49-F238E27FC236}">
                <a16:creationId xmlns:a16="http://schemas.microsoft.com/office/drawing/2014/main" id="{3AE6D362-AF88-007D-108A-E2B6341B4E89}"/>
              </a:ext>
            </a:extLst>
          </p:cNvPr>
          <p:cNvSpPr/>
          <p:nvPr/>
        </p:nvSpPr>
        <p:spPr>
          <a:xfrm>
            <a:off x="3982801" y="3787544"/>
            <a:ext cx="126873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2" name="Shape 33">
            <a:extLst>
              <a:ext uri="{FF2B5EF4-FFF2-40B4-BE49-F238E27FC236}">
                <a16:creationId xmlns:a16="http://schemas.microsoft.com/office/drawing/2014/main" id="{85792A50-0A87-ABA2-4234-71876FD6AFEB}"/>
              </a:ext>
            </a:extLst>
          </p:cNvPr>
          <p:cNvSpPr/>
          <p:nvPr/>
        </p:nvSpPr>
        <p:spPr>
          <a:xfrm>
            <a:off x="3982801" y="3787544"/>
            <a:ext cx="1268730" cy="219456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3" name="Text 34">
            <a:extLst>
              <a:ext uri="{FF2B5EF4-FFF2-40B4-BE49-F238E27FC236}">
                <a16:creationId xmlns:a16="http://schemas.microsoft.com/office/drawing/2014/main" id="{46955BF4-E29F-18F0-B49B-FB30E1C748A5}"/>
              </a:ext>
            </a:extLst>
          </p:cNvPr>
          <p:cNvSpPr/>
          <p:nvPr/>
        </p:nvSpPr>
        <p:spPr>
          <a:xfrm>
            <a:off x="3982801" y="3787544"/>
            <a:ext cx="126873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kern="0" spc="7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REVIEW</a:t>
            </a:r>
            <a:endParaRPr lang="en-US" sz="825" dirty="0"/>
          </a:p>
        </p:txBody>
      </p:sp>
      <p:sp>
        <p:nvSpPr>
          <p:cNvPr id="134" name="Text 35">
            <a:extLst>
              <a:ext uri="{FF2B5EF4-FFF2-40B4-BE49-F238E27FC236}">
                <a16:creationId xmlns:a16="http://schemas.microsoft.com/office/drawing/2014/main" id="{AADD174E-D587-3E72-85F9-B46FF01CAB99}"/>
              </a:ext>
            </a:extLst>
          </p:cNvPr>
          <p:cNvSpPr/>
          <p:nvPr/>
        </p:nvSpPr>
        <p:spPr>
          <a:xfrm>
            <a:off x="3982801" y="4061864"/>
            <a:ext cx="12687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950" dirty="0">
                <a:solidFill>
                  <a:srgbClr val="000000"/>
                </a:solidFill>
              </a:rPr>
              <a:t>👀</a:t>
            </a:r>
            <a:endParaRPr lang="en-US" sz="1950" dirty="0"/>
          </a:p>
        </p:txBody>
      </p:sp>
      <p:sp>
        <p:nvSpPr>
          <p:cNvPr id="135" name="Text 36">
            <a:extLst>
              <a:ext uri="{FF2B5EF4-FFF2-40B4-BE49-F238E27FC236}">
                <a16:creationId xmlns:a16="http://schemas.microsoft.com/office/drawing/2014/main" id="{CB76D2D5-7984-9C76-39B4-8947A5A546C7}"/>
              </a:ext>
            </a:extLst>
          </p:cNvPr>
          <p:cNvSpPr/>
          <p:nvPr/>
        </p:nvSpPr>
        <p:spPr>
          <a:xfrm>
            <a:off x="4051381" y="4404764"/>
            <a:ext cx="113157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test cases and results</a:t>
            </a:r>
            <a:endParaRPr lang="en-US" sz="750" dirty="0"/>
          </a:p>
        </p:txBody>
      </p:sp>
      <p:sp>
        <p:nvSpPr>
          <p:cNvPr id="136" name="Text 58">
            <a:extLst>
              <a:ext uri="{FF2B5EF4-FFF2-40B4-BE49-F238E27FC236}">
                <a16:creationId xmlns:a16="http://schemas.microsoft.com/office/drawing/2014/main" id="{439645A0-E9AB-0926-AA83-34844BB5FE24}"/>
              </a:ext>
            </a:extLst>
          </p:cNvPr>
          <p:cNvSpPr/>
          <p:nvPr/>
        </p:nvSpPr>
        <p:spPr>
          <a:xfrm>
            <a:off x="1209592" y="4069921"/>
            <a:ext cx="1028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000000"/>
                </a:solidFill>
              </a:rPr>
              <a:t>🚀</a:t>
            </a:r>
            <a:endParaRPr lang="en-US" sz="1650" dirty="0"/>
          </a:p>
        </p:txBody>
      </p:sp>
      <p:sp>
        <p:nvSpPr>
          <p:cNvPr id="137" name="Text 59">
            <a:extLst>
              <a:ext uri="{FF2B5EF4-FFF2-40B4-BE49-F238E27FC236}">
                <a16:creationId xmlns:a16="http://schemas.microsoft.com/office/drawing/2014/main" id="{0E2656BB-28CB-9C08-918E-A1D0E1F17EB1}"/>
              </a:ext>
            </a:extLst>
          </p:cNvPr>
          <p:cNvSpPr/>
          <p:nvPr/>
        </p:nvSpPr>
        <p:spPr>
          <a:xfrm>
            <a:off x="1237867" y="4380097"/>
            <a:ext cx="1000425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6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to</a:t>
            </a:r>
            <a:endParaRPr lang="en-US" sz="675" dirty="0"/>
          </a:p>
          <a:p>
            <a:pPr algn="ctr"/>
            <a:r>
              <a:rPr lang="en-US" sz="6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env</a:t>
            </a:r>
            <a:endParaRPr lang="en-US" sz="675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7CC69C0-0C15-8BB2-5A6C-4CFAB98D9DAA}"/>
              </a:ext>
            </a:extLst>
          </p:cNvPr>
          <p:cNvCxnSpPr/>
          <p:nvPr/>
        </p:nvCxnSpPr>
        <p:spPr>
          <a:xfrm>
            <a:off x="7012990" y="3715286"/>
            <a:ext cx="104674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CE8A310F-1B1B-BF74-721A-83D605266399}"/>
              </a:ext>
            </a:extLst>
          </p:cNvPr>
          <p:cNvSpPr txBox="1"/>
          <p:nvPr/>
        </p:nvSpPr>
        <p:spPr>
          <a:xfrm>
            <a:off x="6928167" y="3492787"/>
            <a:ext cx="100559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89FC718-9864-9459-21A5-54397BA85B91}"/>
              </a:ext>
            </a:extLst>
          </p:cNvPr>
          <p:cNvCxnSpPr/>
          <p:nvPr/>
        </p:nvCxnSpPr>
        <p:spPr>
          <a:xfrm>
            <a:off x="4102540" y="3714082"/>
            <a:ext cx="104674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E544289F-D757-EBB1-A441-1EEB9FE7D48C}"/>
              </a:ext>
            </a:extLst>
          </p:cNvPr>
          <p:cNvSpPr txBox="1"/>
          <p:nvPr/>
        </p:nvSpPr>
        <p:spPr>
          <a:xfrm>
            <a:off x="4039375" y="3491583"/>
            <a:ext cx="100559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1411B3D-F993-16DD-9E5C-C6F1F7943E52}"/>
              </a:ext>
            </a:extLst>
          </p:cNvPr>
          <p:cNvCxnSpPr>
            <a:cxnSpLocks/>
          </p:cNvCxnSpPr>
          <p:nvPr/>
        </p:nvCxnSpPr>
        <p:spPr>
          <a:xfrm>
            <a:off x="2680998" y="3714082"/>
            <a:ext cx="95049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08EABF8E-64A7-3EF0-0712-3ED6F42BD15B}"/>
              </a:ext>
            </a:extLst>
          </p:cNvPr>
          <p:cNvSpPr txBox="1"/>
          <p:nvPr/>
        </p:nvSpPr>
        <p:spPr>
          <a:xfrm>
            <a:off x="2668736" y="3499956"/>
            <a:ext cx="90513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Agents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4F3670E-10D6-1DA4-E12E-BBB94B4C2844}"/>
              </a:ext>
            </a:extLst>
          </p:cNvPr>
          <p:cNvCxnSpPr>
            <a:cxnSpLocks/>
          </p:cNvCxnSpPr>
          <p:nvPr/>
        </p:nvCxnSpPr>
        <p:spPr>
          <a:xfrm>
            <a:off x="5552940" y="3720101"/>
            <a:ext cx="95049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D978F82E-6665-3CEA-FB43-54E45B2DCD43}"/>
              </a:ext>
            </a:extLst>
          </p:cNvPr>
          <p:cNvSpPr txBox="1"/>
          <p:nvPr/>
        </p:nvSpPr>
        <p:spPr>
          <a:xfrm>
            <a:off x="5540679" y="3498756"/>
            <a:ext cx="90513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Agents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976148E-7DFD-BAA0-485E-22C1273F0D20}"/>
              </a:ext>
            </a:extLst>
          </p:cNvPr>
          <p:cNvCxnSpPr>
            <a:cxnSpLocks/>
          </p:cNvCxnSpPr>
          <p:nvPr/>
        </p:nvCxnSpPr>
        <p:spPr>
          <a:xfrm>
            <a:off x="1250440" y="3720098"/>
            <a:ext cx="950497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52C3C70F-5B6C-7FCD-EE9C-B6EC3D40B89D}"/>
              </a:ext>
            </a:extLst>
          </p:cNvPr>
          <p:cNvSpPr txBox="1"/>
          <p:nvPr/>
        </p:nvSpPr>
        <p:spPr>
          <a:xfrm>
            <a:off x="1238178" y="3505971"/>
            <a:ext cx="96275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b="1" kern="0" spc="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CICD Pipeline</a:t>
            </a:r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0" name="Text 64">
            <a:extLst>
              <a:ext uri="{FF2B5EF4-FFF2-40B4-BE49-F238E27FC236}">
                <a16:creationId xmlns:a16="http://schemas.microsoft.com/office/drawing/2014/main" id="{EF8EC819-F790-5A78-9E24-E4744CC8FDD2}"/>
              </a:ext>
            </a:extLst>
          </p:cNvPr>
          <p:cNvSpPr/>
          <p:nvPr/>
        </p:nvSpPr>
        <p:spPr>
          <a:xfrm>
            <a:off x="2651699" y="4042249"/>
            <a:ext cx="1028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000000"/>
                </a:solidFill>
              </a:rPr>
              <a:t>🧪</a:t>
            </a:r>
            <a:endParaRPr lang="en-US" sz="1650" dirty="0"/>
          </a:p>
        </p:txBody>
      </p:sp>
      <p:sp>
        <p:nvSpPr>
          <p:cNvPr id="151" name="Text 65">
            <a:extLst>
              <a:ext uri="{FF2B5EF4-FFF2-40B4-BE49-F238E27FC236}">
                <a16:creationId xmlns:a16="http://schemas.microsoft.com/office/drawing/2014/main" id="{51D3C752-4D52-E8C8-165F-C774505321FB}"/>
              </a:ext>
            </a:extLst>
          </p:cNvPr>
          <p:cNvSpPr/>
          <p:nvPr/>
        </p:nvSpPr>
        <p:spPr>
          <a:xfrm>
            <a:off x="2685989" y="4344001"/>
            <a:ext cx="96012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6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Agent tests</a:t>
            </a:r>
            <a:endParaRPr lang="en-US" sz="675" dirty="0"/>
          </a:p>
          <a:p>
            <a:pPr algn="ctr"/>
            <a:r>
              <a:rPr lang="en-US" sz="6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app</a:t>
            </a:r>
            <a:endParaRPr lang="en-US" sz="675" dirty="0"/>
          </a:p>
        </p:txBody>
      </p:sp>
      <p:sp>
        <p:nvSpPr>
          <p:cNvPr id="152" name="Text 76">
            <a:extLst>
              <a:ext uri="{FF2B5EF4-FFF2-40B4-BE49-F238E27FC236}">
                <a16:creationId xmlns:a16="http://schemas.microsoft.com/office/drawing/2014/main" id="{72091247-30D8-07CF-7F58-987A1688576D}"/>
              </a:ext>
            </a:extLst>
          </p:cNvPr>
          <p:cNvSpPr/>
          <p:nvPr/>
        </p:nvSpPr>
        <p:spPr>
          <a:xfrm>
            <a:off x="5562380" y="4020593"/>
            <a:ext cx="1028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000000"/>
                </a:solidFill>
              </a:rPr>
              <a:t>🛡</a:t>
            </a:r>
            <a:endParaRPr lang="en-US" sz="1650" dirty="0"/>
          </a:p>
        </p:txBody>
      </p:sp>
      <p:sp>
        <p:nvSpPr>
          <p:cNvPr id="153" name="Text 77">
            <a:extLst>
              <a:ext uri="{FF2B5EF4-FFF2-40B4-BE49-F238E27FC236}">
                <a16:creationId xmlns:a16="http://schemas.microsoft.com/office/drawing/2014/main" id="{F3D65CA9-71A6-5FA9-A008-DFEE4794FDA7}"/>
              </a:ext>
            </a:extLst>
          </p:cNvPr>
          <p:cNvSpPr/>
          <p:nvPr/>
        </p:nvSpPr>
        <p:spPr>
          <a:xfrm>
            <a:off x="5596670" y="4322345"/>
            <a:ext cx="96012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6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Agent</a:t>
            </a:r>
            <a:endParaRPr lang="en-US" sz="675" dirty="0"/>
          </a:p>
          <a:p>
            <a:pPr algn="ctr"/>
            <a:r>
              <a:rPr lang="en-US" sz="6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breaks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DE5F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825" b="1" kern="0" spc="225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25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sz="3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50" i="1" dirty="0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story become a pull request — in under 2-5 minutes.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4124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54864" cy="2651760"/>
          </a:xfrm>
          <a:prstGeom prst="rect">
            <a:avLst/>
          </a:prstGeom>
          <a:solidFill>
            <a:srgbClr val="6B2DC8"/>
          </a:solidFill>
          <a:ln w="12700">
            <a:solidFill>
              <a:srgbClr val="6B2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500" y="2011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kern="0" spc="225">
                <a:solidFill>
                  <a:srgbClr val="6B2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US</a:t>
            </a:r>
            <a:endParaRPr lang="en-US" sz="825"/>
          </a:p>
        </p:txBody>
      </p:sp>
      <p:sp>
        <p:nvSpPr>
          <p:cNvPr id="9" name="Shape 7"/>
          <p:cNvSpPr/>
          <p:nvPr/>
        </p:nvSpPr>
        <p:spPr>
          <a:xfrm>
            <a:off x="571500" y="2286000"/>
            <a:ext cx="8052180" cy="0"/>
          </a:xfrm>
          <a:prstGeom prst="line">
            <a:avLst/>
          </a:prstGeom>
          <a:noFill/>
          <a:ln w="9525">
            <a:solidFill>
              <a:srgbClr val="E5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212598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github.com/dinuntp/Agentic_AI_Squad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71500" y="2743200"/>
            <a:ext cx="8052180" cy="0"/>
          </a:xfrm>
          <a:prstGeom prst="line">
            <a:avLst/>
          </a:prstGeom>
          <a:noFill/>
          <a:ln w="9525">
            <a:solidFill>
              <a:srgbClr val="E5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212598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· Node.js · React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71500" y="3200400"/>
            <a:ext cx="8052180" cy="0"/>
          </a:xfrm>
          <a:prstGeom prst="line">
            <a:avLst/>
          </a:prstGeom>
          <a:noFill/>
          <a:ln w="9525">
            <a:solidFill>
              <a:srgbClr val="E5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212598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ready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571500" y="3657600"/>
            <a:ext cx="8052180" cy="0"/>
          </a:xfrm>
          <a:prstGeom prst="line">
            <a:avLst/>
          </a:prstGeom>
          <a:noFill/>
          <a:ln w="9525">
            <a:solidFill>
              <a:srgbClr val="E5E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" y="3749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212598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story to pull request — see a real PR generated end-to-end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94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1452</Words>
  <Application>Microsoft Office PowerPoint</Application>
  <PresentationFormat>On-screen Show (16:9)</PresentationFormat>
  <Paragraphs>286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Graphik</vt:lpstr>
      <vt:lpstr>GT Sectra Fine Rg</vt:lpstr>
      <vt:lpstr>Office Theme</vt:lpstr>
      <vt:lpstr>Agentic AI Squad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Squad</dc:title>
  <dc:subject>PptxGenJS Presentation</dc:subject>
  <dc:creator>Agentic AI Squad Team</dc:creator>
  <cp:lastModifiedBy>Babu R, Dinesh</cp:lastModifiedBy>
  <cp:revision>4</cp:revision>
  <dcterms:created xsi:type="dcterms:W3CDTF">2026-05-08T22:10:14Z</dcterms:created>
  <dcterms:modified xsi:type="dcterms:W3CDTF">2026-05-15T18:44:00Z</dcterms:modified>
</cp:coreProperties>
</file>